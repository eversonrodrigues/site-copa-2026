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E8112D">
              <a:alpha val="12000"/>
            </a:srgbClr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3200400"/>
            <a:ext cx="3200400" cy="3200400"/>
          </a:xfrm>
          <a:prstGeom prst="ellipse">
            <a:avLst/>
          </a:prstGeom>
          <a:solidFill>
            <a:srgbClr val="FFD700">
              <a:alpha val="8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5029200"/>
            <a:ext cx="2743200" cy="2743200"/>
          </a:xfrm>
          <a:prstGeom prst="ellipse">
            <a:avLst/>
          </a:prstGeom>
          <a:solidFill>
            <a:srgbClr val="E8112D">
              <a:alpha val="10000"/>
            </a:srgbClr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97280"/>
            <a:ext cx="64008" cy="3474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640080"/>
            <a:ext cx="3200400" cy="274320"/>
          </a:xfrm>
          <a:prstGeom prst="rect">
            <a:avLst>
              <a:gd name="adj" fmla="val 50000"/>
            </a:avLst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40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⚽  APRESENTAÇÃO COMERCIAL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Copa do</a:t>
            </a:r>
            <a:endParaRPr lang="en-US" sz="5800" dirty="0"/>
          </a:p>
          <a:p>
            <a:pPr algn="l" indent="0" marL="0">
              <a:buNone/>
            </a:pPr>
            <a:r>
              <a:rPr lang="en-US" sz="58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Mundo 2026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spc="-50" kern="0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FIFA World Cup™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completa com calendário de jogos, seleções, bolão interativo,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notícias em tempo real e experiência visual de alto impacto.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61120" y="1371600"/>
            <a:ext cx="283464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0" y="15544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🏆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8961120" y="2514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Desenvolvido por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61120" y="2834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Everson Rodrigues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326880" y="3383280"/>
            <a:ext cx="210312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Desenvolvedor Full-Stack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61120" y="38862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· Express · EJS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· JavaScript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Copa do Mundo 2026  ·  Everson Rodrigues  ·  Desenvolvedor Full-Stack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FD700">
              <a:alpha val="8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4572000"/>
            <a:ext cx="3200400" cy="3200400"/>
          </a:xfrm>
          <a:prstGeom prst="ellipse">
            <a:avLst/>
          </a:prstGeom>
          <a:solidFill>
            <a:srgbClr val="E8112D">
              <a:alpha val="10000"/>
            </a:srgbClr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5760"/>
            <a:ext cx="1645920" cy="274320"/>
          </a:xfrm>
          <a:prstGeom prst="rect">
            <a:avLst>
              <a:gd name="adj" fmla="val 50000"/>
            </a:avLst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71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PROJETO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11247120" cy="45720"/>
          </a:xfrm>
          <a:prstGeom prst="rect">
            <a:avLst/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experiência completa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 Copa do Mundo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Site Copa do Mundo 2026 é uma plataforma web full-stack que centraliza tudo que o torcedor precisa: calendário completo dos 104 jogos, perfis ricos das 48 seleções participantes, bolão interativo com ranking em tempo real e notícias atualizadas via RSS.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256032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749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104 Jogos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800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Calendário completo com filtro por fase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3657600"/>
            <a:ext cx="256032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46120" y="3749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46120" y="4389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 Seleções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4800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Perfis ricos com dados da FIFA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3657600"/>
            <a:ext cx="256032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0" y="3749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035040" y="4389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Bolão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4800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de palpites com pontuação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23960" y="3657600"/>
            <a:ext cx="256032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823960" y="3749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📰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823960" y="4389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Notícias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61120" y="4800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Feeds RSS em tempo real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Copa do Mundo 2026  ·  Everson Rodrigues  ·  Desenvolvedor Full-Stack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-914400"/>
            <a:ext cx="3657600" cy="3657600"/>
          </a:xfrm>
          <a:prstGeom prst="ellipse">
            <a:avLst/>
          </a:prstGeom>
          <a:solidFill>
            <a:srgbClr val="E8112D">
              <a:alpha val="8000"/>
            </a:srgbClr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2011680" cy="274320"/>
          </a:xfrm>
          <a:prstGeom prst="rect">
            <a:avLst>
              <a:gd name="adj" fmla="val 50000"/>
            </a:avLst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FUNCIONALIDADES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Tudo que o torcedor precisa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347472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⚽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Calendário de Jogos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310896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7004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Todos os 104 jogos da Copa com data, horário e placar. Filtro por fase: grupos, oitavas, quartas, semis e final.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77640" y="1920240"/>
            <a:ext cx="347472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05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Perfil das Seleções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60520" y="2578608"/>
            <a:ext cx="310896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267004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 seleções com treinador, estilo de jogo, prováveis convocados, conquistas e curiosidades.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89520" y="1920240"/>
            <a:ext cx="347472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75320" y="2057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Grupos e Tabela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78608"/>
            <a:ext cx="310896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67004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grupos (A–L) com classificação, pontos, saldo de gols e confrontos diretos.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931920"/>
            <a:ext cx="347472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5156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Bolão Interativo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590288"/>
            <a:ext cx="310896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68172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Cadastro, login seguro, palpites editáveis até 1h antes do jogo e ranking de pontos.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77640" y="3931920"/>
            <a:ext cx="347472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60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66344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Notícias Filtradas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160520" y="4590288"/>
            <a:ext cx="310896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0520" y="468172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Feeds do GE Globo, ESPN Brasil e UOL com filtro automático por relevância Copa 2026.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589520" y="3931920"/>
            <a:ext cx="347472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724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275320" y="4069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Countdown em Tempo Real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772400" y="4590288"/>
            <a:ext cx="310896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0" y="468172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Contagem regressiva animada para o início da Copa, com próximos jogos ao vivo.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Copa do Mundo 2026  ·  Everson Rodrigues  ·  Desenvolvedor Full-Stack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5379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114800"/>
            <a:ext cx="3657600" cy="3657600"/>
          </a:xfrm>
          <a:prstGeom prst="ellipse">
            <a:avLst/>
          </a:prstGeom>
          <a:solidFill>
            <a:srgbClr val="FFD700">
              <a:alpha val="8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E8112D">
              <a:alpha val="10000"/>
            </a:srgbClr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5760"/>
            <a:ext cx="1645920" cy="274320"/>
          </a:xfrm>
          <a:prstGeom prst="rect">
            <a:avLst>
              <a:gd name="adj" fmla="val 50000"/>
            </a:avLst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71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&amp; UX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11247120" cy="45720"/>
          </a:xfrm>
          <a:prstGeom prst="rect">
            <a:avLst/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de alto impacto,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inspiraç​ão FIFA 2026™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59436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51460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58775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de design FIFA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8986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Paleta oficial: Navy #07111F, Vermelho #E8112D, Ouro #FFD700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59436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45643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Animações CSS avançadas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376732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Keyframes, scroll reveal, efeito shimmer, floating ball, pulse AO VIVO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59436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425196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432511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Totalmente responsivo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463600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Mobile-first, adaptado para qualquer tela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59436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5120640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🌟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519379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Efeitos interativos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550468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Ripple nos botões, counter animado, flip no countdown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2468880"/>
            <a:ext cx="493776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4944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Paleta de Cores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040880" y="3063240"/>
            <a:ext cx="502920" cy="384048"/>
          </a:xfrm>
          <a:prstGeom prst="rect">
            <a:avLst/>
          </a:prstGeom>
          <a:solidFill>
            <a:srgbClr val="07111F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5240" y="3063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#07111F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52560" y="30632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40880" y="3630168"/>
            <a:ext cx="502920" cy="384048"/>
          </a:xfrm>
          <a:prstGeom prst="rect">
            <a:avLst/>
          </a:prstGeom>
          <a:solidFill>
            <a:srgbClr val="E8112D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36301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#E8112D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052560" y="36301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Vermelho FIFA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40880" y="4197096"/>
            <a:ext cx="502920" cy="384048"/>
          </a:xfrm>
          <a:prstGeom prst="rect">
            <a:avLst/>
          </a:prstGeom>
          <a:solidFill>
            <a:srgbClr val="FFD700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41970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#FFD700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052560" y="419709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Ouro FIFA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040880" y="4764024"/>
            <a:ext cx="502920" cy="384048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35240" y="47640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#1A2D42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052560" y="476402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040880" y="5394960"/>
            <a:ext cx="438912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5486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Arquivos CSS modulares: variables.css, base.css,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components.css, animations.css, layout.css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Copa do Mundo 2026  ·  Everson Rodrigues  ·  Desenvolvedor Full-Stack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30000" y="65379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5486400"/>
            <a:ext cx="3657600" cy="3657600"/>
          </a:xfrm>
          <a:prstGeom prst="ellipse">
            <a:avLst/>
          </a:prstGeom>
          <a:solidFill>
            <a:srgbClr val="FFD700">
              <a:alpha val="8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1645920" cy="274320"/>
          </a:xfrm>
          <a:prstGeom prst="rect">
            <a:avLst>
              <a:gd name="adj" fmla="val 50000"/>
            </a:avLst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TECNOLOGIA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moderno e robusto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3611880" cy="44805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011680"/>
            <a:ext cx="3337560" cy="274320"/>
          </a:xfrm>
          <a:prstGeom prst="rect">
            <a:avLst>
              <a:gd name="adj" fmla="val 50000"/>
            </a:avLst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116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324612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963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11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Node.js v25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8346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JavaScript de alta performance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324612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107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11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Express 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7490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web com suporte a async nativo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324612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251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11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EJS 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6634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engine para SSR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324612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2395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11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better-sqlite3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5577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Banco de dados SQLite síncrono e rápido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70248" y="1920240"/>
            <a:ext cx="3611880" cy="44805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07408" y="2011680"/>
            <a:ext cx="3337560" cy="274320"/>
          </a:xfrm>
          <a:prstGeom prst="rect">
            <a:avLst>
              <a:gd name="adj" fmla="val 50000"/>
            </a:avLst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07408" y="20116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71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SEGURANÇA &amp; AUTH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53128" y="2423160"/>
            <a:ext cx="324612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53128" y="24963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bcrypt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90288" y="28346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seguro de senhas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53128" y="3337560"/>
            <a:ext cx="324612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53128" y="34107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express-session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90288" y="37490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Gerenciamento de sessões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53128" y="4251960"/>
            <a:ext cx="324612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53128" y="43251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express-rate-limit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90288" y="46634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Proteção contra brute force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53128" y="5166360"/>
            <a:ext cx="324612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53128" y="52395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dotenv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90288" y="5577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Variáveis de ambiente seguras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74736" y="1920240"/>
            <a:ext cx="3611880" cy="44805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311896" y="2011680"/>
            <a:ext cx="3337560" cy="274320"/>
          </a:xfrm>
          <a:prstGeom prst="rect">
            <a:avLst>
              <a:gd name="adj" fmla="val 50000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11896" y="20116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&amp; INTEGRAÇÕES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357616" y="2423160"/>
            <a:ext cx="324612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57616" y="24963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TheSportsDB API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494776" y="28346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Placares em tempo real (gratuita)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357616" y="3337560"/>
            <a:ext cx="324612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57616" y="34107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rss-parser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494776" y="37490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Feeds RSS: GE, ESPN, UOL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357616" y="4251960"/>
            <a:ext cx="324612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57616" y="43251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Dataset estático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494776" y="46634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104 jogos e 48 seleções com dados ricos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357616" y="5166360"/>
            <a:ext cx="324612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57616" y="52395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node-fetch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494776" y="5577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client para APIs externas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Copa do Mundo 2026  ·  Everson Rodrigues  ·  Desenvolvedor Full-Stack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430000" y="65379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E8112D">
              <a:alpha val="10000"/>
            </a:srgbClr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FFD700">
              <a:alpha val="8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5760"/>
            <a:ext cx="2560320" cy="274320"/>
          </a:xfrm>
          <a:prstGeom prst="rect">
            <a:avLst>
              <a:gd name="adj" fmla="val 50000"/>
            </a:avLst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  SISTEMA DE BOLÃO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1124712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Engajamento real com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palpites e ranking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2743200" cy="2468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560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pts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Placar Exato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Acertou o placar completo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Ex: palpitou 2×1, deu 2×1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0" y="2468880"/>
            <a:ext cx="2743200" cy="2468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74720" y="2560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74720" y="31546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pts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474720" y="3794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 Certo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4160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Acertou o vencedor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Ex: palpitou 2×1, deu 3×0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2468880"/>
            <a:ext cx="2743200" cy="24688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2560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❌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492240" y="31546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11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pts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492240" y="3794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 Errado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4160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 acertou o resultado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Ex: palpitou vitória, deu empate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235440" y="2468880"/>
            <a:ext cx="256032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23544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26880" y="3063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Cadastro seguro (bcrypt)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26880" y="35387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Login com sessão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26880" y="401421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Palpitar em qualquer jogo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26880" y="448970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Editar até 1h antes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26880" y="49651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Histórico de palpites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26880" y="5440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Ranking em tempo real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326880" y="59161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Medalhas top 3 🥇🥈🥉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Copa do Mundo 2026  ·  Everson Rodrigues  ·  Desenvolvedor Full-Stack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0" y="-457200"/>
            <a:ext cx="4114800" cy="4114800"/>
          </a:xfrm>
          <a:prstGeom prst="ellipse">
            <a:avLst/>
          </a:prstGeom>
          <a:solidFill>
            <a:srgbClr val="E8112D">
              <a:alpha val="8000"/>
            </a:srgbClr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2011680" cy="274320"/>
          </a:xfrm>
          <a:prstGeom prst="rect">
            <a:avLst>
              <a:gd name="adj" fmla="val 50000"/>
            </a:avLst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DADOS AO VIVO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124712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9144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Informações atualizadas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tempo real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361188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56032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🏟️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TheSportsDB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43000" y="3611880"/>
            <a:ext cx="2057400" cy="274320"/>
          </a:xfrm>
          <a:prstGeom prst="rect">
            <a:avLst>
              <a:gd name="adj" fmla="val 50000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6118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71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Gratuita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Placares, status dos jogos (FT, NS, LIVE), estatísticas ao vivo. Sem necessidade de API key — 100% gratuito.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70248" y="2468880"/>
            <a:ext cx="361188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70248" y="256032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📰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453128" y="32004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RSS Feeds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47488" y="3611880"/>
            <a:ext cx="2057400" cy="274320"/>
          </a:xfrm>
          <a:prstGeom prst="rect">
            <a:avLst>
              <a:gd name="adj" fmla="val 50000"/>
            </a:avLst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36118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71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Portais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53128" y="3977640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 Globo, ESPN Brasil e UOL Esporte. Filtro automático por palavras-chave Copa: copa, mundial, 2026, seleção, FIFA, Brasil, Argentina...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74736" y="2468880"/>
            <a:ext cx="361188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74736" y="256032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357616" y="32004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D6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Estático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951976" y="3611880"/>
            <a:ext cx="2057400" cy="274320"/>
          </a:xfrm>
          <a:prstGeom prst="rect">
            <a:avLst>
              <a:gd name="adj" fmla="val 50000"/>
            </a:avLst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51976" y="36118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71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Confiável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57616" y="3977640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104 jogos com todos os dados FIFA: grupos, fases, sede, horários UTC. 48 seleções com treinador, ranking FIFA, estilo, conquistas.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Copa do Mundo 2026  ·  Everson Rodrigues  ·  Desenvolvedor Full-Stack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FFD700">
              <a:alpha val="8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4572000"/>
            <a:ext cx="2743200" cy="2743200"/>
          </a:xfrm>
          <a:prstGeom prst="ellipse">
            <a:avLst/>
          </a:prstGeom>
          <a:solidFill>
            <a:srgbClr val="E8112D">
              <a:alpha val="10000"/>
            </a:srgbClr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5760"/>
            <a:ext cx="1645920" cy="274320"/>
          </a:xfrm>
          <a:prstGeom prst="rect">
            <a:avLst>
              <a:gd name="adj" fmla="val 50000"/>
            </a:avLst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71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NÚMEROS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11247120" cy="45720"/>
          </a:xfrm>
          <a:prstGeom prst="rect">
            <a:avLst/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projeto em números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23774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104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594360" y="2697480"/>
            <a:ext cx="182880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Jogos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828800"/>
            <a:ext cx="23774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4612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11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3520440" y="2697480"/>
            <a:ext cx="1828800" cy="45720"/>
          </a:xfrm>
          <a:prstGeom prst="rect">
            <a:avLst/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Seleções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828800"/>
            <a:ext cx="23774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7220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6446520" y="2697480"/>
            <a:ext cx="182880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Grupos (A–L)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98280" y="1828800"/>
            <a:ext cx="23774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098280" y="1920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11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3600" dirty="0"/>
          </a:p>
        </p:txBody>
      </p:sp>
      <p:sp>
        <p:nvSpPr>
          <p:cNvPr id="23" name="Shape 21"/>
          <p:cNvSpPr/>
          <p:nvPr/>
        </p:nvSpPr>
        <p:spPr>
          <a:xfrm>
            <a:off x="9372600" y="2697480"/>
            <a:ext cx="1828800" cy="45720"/>
          </a:xfrm>
          <a:prstGeom prst="rect">
            <a:avLst/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9828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429000"/>
            <a:ext cx="23774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3520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3600" dirty="0"/>
          </a:p>
        </p:txBody>
      </p:sp>
      <p:sp>
        <p:nvSpPr>
          <p:cNvPr id="27" name="Shape 25"/>
          <p:cNvSpPr/>
          <p:nvPr/>
        </p:nvSpPr>
        <p:spPr>
          <a:xfrm>
            <a:off x="594360" y="4297680"/>
            <a:ext cx="182880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389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Páginas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6120" y="3429000"/>
            <a:ext cx="23774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46120" y="3520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11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3520440" y="4297680"/>
            <a:ext cx="1828800" cy="45720"/>
          </a:xfrm>
          <a:prstGeom prst="rect">
            <a:avLst/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4389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Feeds RSS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3429000"/>
            <a:ext cx="23774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72200" y="3520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3600" dirty="0"/>
          </a:p>
        </p:txBody>
      </p:sp>
      <p:sp>
        <p:nvSpPr>
          <p:cNvPr id="35" name="Shape 33"/>
          <p:cNvSpPr/>
          <p:nvPr/>
        </p:nvSpPr>
        <p:spPr>
          <a:xfrm>
            <a:off x="6446520" y="4297680"/>
            <a:ext cx="182880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4389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Modulares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098280" y="3429000"/>
            <a:ext cx="23774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098280" y="3520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11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600" dirty="0"/>
          </a:p>
        </p:txBody>
      </p:sp>
      <p:sp>
        <p:nvSpPr>
          <p:cNvPr id="39" name="Shape 37"/>
          <p:cNvSpPr/>
          <p:nvPr/>
        </p:nvSpPr>
        <p:spPr>
          <a:xfrm>
            <a:off x="9372600" y="4297680"/>
            <a:ext cx="1828800" cy="45720"/>
          </a:xfrm>
          <a:prstGeom prst="rect">
            <a:avLst/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98280" y="4389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Pontuações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 Desenvolvido inteiramente por um único desenvolvedor — do banco de dados ao CSS de animações.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Copa do Mundo 2026  ·  Everson Rodrigues  ·  Desenvolvedor Full-Stack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30000" y="65379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-457200"/>
            <a:ext cx="4572000" cy="4572000"/>
          </a:xfrm>
          <a:prstGeom prst="ellipse">
            <a:avLst/>
          </a:prstGeom>
          <a:solidFill>
            <a:srgbClr val="E8112D">
              <a:alpha val="10000"/>
            </a:srgbClr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5029200"/>
            <a:ext cx="3200400" cy="3200400"/>
          </a:xfrm>
          <a:prstGeom prst="ellipse">
            <a:avLst/>
          </a:prstGeom>
          <a:solidFill>
            <a:srgbClr val="FFD700">
              <a:alpha val="8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5760"/>
            <a:ext cx="2560320" cy="274320"/>
          </a:xfrm>
          <a:prstGeom prst="rect">
            <a:avLst>
              <a:gd name="adj" fmla="val 50000"/>
            </a:avLst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 PROPOSTA DE VALOR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1124712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que investir neste projeto?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4864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87452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19202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Pronto para produção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31343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imediato. Apenas configure .env com SESSION_SECRET e PORT, e o sistema está no ar.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54864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88036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29260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Segurança implementada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31927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limiting, hash bcrypt, sessões seguras, validação de inputs — proteções reais, não teóricas.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54864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88620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9319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Alta escalabilidade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32511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para eventos de curto prazo, arquitetura limpa para migrar para PostgreSQL com mínimo esforço.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892040"/>
            <a:ext cx="54864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892040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88720" y="49377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diferenciado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533095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FIFA 2026 com animações exclusivas — os usuários vão se empolgar e compartilhar.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1874520"/>
            <a:ext cx="548640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2011680"/>
            <a:ext cx="3291840" cy="274320"/>
          </a:xfrm>
          <a:prstGeom prst="rect">
            <a:avLst>
              <a:gd name="adj" fmla="val 50000"/>
            </a:avLst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011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711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INCLUSO NA COMPRA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92240" y="2423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📁  Código-fonte completo e comentado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28072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 README profissional com guia de instalação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319125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🗃️  Schema do banco de dados documentado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35753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 Arquivo .env.example configurado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39593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 6 arquivos CSS modulares organizados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 Layout 100% responsivo mobile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47274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 Auto-reload em desenvolvimento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51114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⚽  Dataset com todos os 104 jogos FIFA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Copa do Mundo 2026  ·  Everson Rodrigues  ·  Desenvolvedor Full-Stack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5379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E8112D">
              <a:alpha val="15000"/>
            </a:srgbClr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2286000"/>
            <a:ext cx="4572000" cy="4572000"/>
          </a:xfrm>
          <a:prstGeom prst="ellipse">
            <a:avLst/>
          </a:prstGeom>
          <a:solidFill>
            <a:srgbClr val="FFD700">
              <a:alpha val="8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E8112D">
              <a:alpha val="12000"/>
            </a:srgbClr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64008" cy="29260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097280"/>
            <a:ext cx="2743200" cy="274320"/>
          </a:xfrm>
          <a:prstGeom prst="rect">
            <a:avLst>
              <a:gd name="adj" fmla="val 50000"/>
            </a:avLst>
          </a:prstGeom>
          <a:solidFill>
            <a:srgbClr val="E8112D"/>
          </a:solidFill>
          <a:ln w="12700">
            <a:solidFill>
              <a:srgbClr val="E811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📩  ENTRE EM CONTATO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50876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Vamos trabalhar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spc="-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juntos?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spc="-50" kern="0" dirty="0">
                <a:solidFill>
                  <a:srgbClr val="FFD7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Pronto para colocar sua marca na Copa!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Personalizações, novas funcionalidades, deploy em servidor, integração com APIs pagas — tudo pode ser negociado.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95360" y="1280160"/>
            <a:ext cx="3291840" cy="45720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  <a:effectLst>
            <a:outerShdw sx="100000" sy="100000" kx="0" ky="0" algn="bl" rotWithShape="0" blurRad="101600" dist="50800" dir="189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32520" y="150876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281160" y="1554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Desenvolvedor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281160" y="18288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Everson Rodrigues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78240" y="2258568"/>
            <a:ext cx="292608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233172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281160" y="23774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281160" y="26517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github.com/EversonRodrigues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78240" y="3081528"/>
            <a:ext cx="292608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32520" y="31546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🛠️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81160" y="32004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Especialidade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281160" y="3474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· Express · SQLite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78240" y="3904488"/>
            <a:ext cx="292608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32520" y="397764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281160" y="4023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281160" y="4297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avançado · Animações · UX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778240" y="4727448"/>
            <a:ext cx="2926080" cy="4572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32520" y="48006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⚽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281160" y="48463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Projeto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281160" y="5120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Copa do Mundo 2026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" y="4846320"/>
            <a:ext cx="3657600" cy="658368"/>
          </a:xfrm>
          <a:prstGeom prst="rect">
            <a:avLst/>
          </a:prstGeom>
          <a:solidFill>
            <a:srgbClr val="E8112D"/>
          </a:solidFill>
          <a:ln w="12700">
            <a:solidFill>
              <a:srgbClr val="B00D23"/>
            </a:solidFill>
            <a:prstDash val="solid"/>
          </a:ln>
          <a:effectLst>
            <a:outerShdw sx="100000" sy="100000" kx="0" ky="0" algn="bl" rotWithShape="0" blurRad="152400" dist="50800" dir="16200000">
              <a:srgbClr val="E8112D">
                <a:alpha val="6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31520" y="484632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⚽  Quero este Projeto!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Copa do Mundo 2026  ·  ⚽  Feito com paixão pela Copa  ·  Everson Rodrigues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379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2026-03-29T20:51:23Z</dcterms:created>
  <dcterms:modified xsi:type="dcterms:W3CDTF">2026-03-29T20:51:23Z</dcterms:modified>
</cp:coreProperties>
</file>